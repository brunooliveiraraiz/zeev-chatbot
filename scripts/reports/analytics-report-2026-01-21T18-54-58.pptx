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Resolvidos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22/12</c:v>
                  </c:pt>
                  <c:pt idx="1">
                    <c:v>23/12</c:v>
                  </c:pt>
                  <c:pt idx="2">
                    <c:v>24/12</c:v>
                  </c:pt>
                  <c:pt idx="3">
                    <c:v>25/12</c:v>
                  </c:pt>
                  <c:pt idx="4">
                    <c:v>26/12</c:v>
                  </c:pt>
                  <c:pt idx="5">
                    <c:v>27/12</c:v>
                  </c:pt>
                  <c:pt idx="6">
                    <c:v>28/12</c:v>
                  </c:pt>
                  <c:pt idx="7">
                    <c:v>29/12</c:v>
                  </c:pt>
                  <c:pt idx="8">
                    <c:v>30/12</c:v>
                  </c:pt>
                  <c:pt idx="9">
                    <c:v>31/12</c:v>
                  </c:pt>
                  <c:pt idx="10">
                    <c:v>01/01</c:v>
                  </c:pt>
                  <c:pt idx="11">
                    <c:v>02/01</c:v>
                  </c:pt>
                  <c:pt idx="12">
                    <c:v>03/01</c:v>
                  </c:pt>
                  <c:pt idx="13">
                    <c:v>04/01</c:v>
                  </c:pt>
                  <c:pt idx="14">
                    <c:v>05/01</c:v>
                  </c:pt>
                  <c:pt idx="15">
                    <c:v>06/01</c:v>
                  </c:pt>
                  <c:pt idx="16">
                    <c:v>07/01</c:v>
                  </c:pt>
                  <c:pt idx="17">
                    <c:v>08/01</c:v>
                  </c:pt>
                  <c:pt idx="18">
                    <c:v>09/01</c:v>
                  </c:pt>
                  <c:pt idx="19">
                    <c:v>10/01</c:v>
                  </c:pt>
                  <c:pt idx="20">
                    <c:v>11/01</c:v>
                  </c:pt>
                  <c:pt idx="21">
                    <c:v>12/01</c:v>
                  </c:pt>
                  <c:pt idx="22">
                    <c:v>13/01</c:v>
                  </c:pt>
                  <c:pt idx="23">
                    <c:v>14/01</c:v>
                  </c:pt>
                  <c:pt idx="24">
                    <c:v>15/01</c:v>
                  </c:pt>
                  <c:pt idx="25">
                    <c:v>16/01</c:v>
                  </c:pt>
                  <c:pt idx="26">
                    <c:v>17/01</c:v>
                  </c:pt>
                  <c:pt idx="27">
                    <c:v>18/01</c:v>
                  </c:pt>
                  <c:pt idx="28">
                    <c:v>19/01</c:v>
                  </c:pt>
                  <c:pt idx="29">
                    <c:v>20/01</c:v>
                  </c:pt>
                  <c:pt idx="30">
                    <c:v>21/01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</c:v>
                </c:pt>
                <c:pt idx="1">
                  <c:v>7</c:v>
                </c:pt>
                <c:pt idx="2">
                  <c:v>5</c:v>
                </c:pt>
                <c:pt idx="3">
                  <c:v>9</c:v>
                </c:pt>
                <c:pt idx="4">
                  <c:v>2</c:v>
                </c:pt>
                <c:pt idx="5">
                  <c:v>1</c:v>
                </c:pt>
                <c:pt idx="6">
                  <c:v>4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7</c:v>
                </c:pt>
                <c:pt idx="11">
                  <c:v>4</c:v>
                </c:pt>
                <c:pt idx="12">
                  <c:v>2</c:v>
                </c:pt>
                <c:pt idx="13">
                  <c:v>6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3</c:v>
                </c:pt>
                <c:pt idx="18">
                  <c:v>4</c:v>
                </c:pt>
                <c:pt idx="19">
                  <c:v>3</c:v>
                </c:pt>
                <c:pt idx="20">
                  <c:v>3</c:v>
                </c:pt>
                <c:pt idx="21">
                  <c:v>2</c:v>
                </c:pt>
                <c:pt idx="22">
                  <c:v>1</c:v>
                </c:pt>
                <c:pt idx="23">
                  <c:v>4</c:v>
                </c:pt>
                <c:pt idx="24">
                  <c:v>2</c:v>
                </c:pt>
                <c:pt idx="25">
                  <c:v>8</c:v>
                </c:pt>
                <c:pt idx="26">
                  <c:v>4</c:v>
                </c:pt>
                <c:pt idx="27">
                  <c:v>8</c:v>
                </c:pt>
                <c:pt idx="28">
                  <c:v>3</c:v>
                </c:pt>
                <c:pt idx="29">
                  <c:v>7</c:v>
                </c:pt>
                <c:pt idx="30">
                  <c:v>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Escalados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22/12</c:v>
                  </c:pt>
                  <c:pt idx="1">
                    <c:v>23/12</c:v>
                  </c:pt>
                  <c:pt idx="2">
                    <c:v>24/12</c:v>
                  </c:pt>
                  <c:pt idx="3">
                    <c:v>25/12</c:v>
                  </c:pt>
                  <c:pt idx="4">
                    <c:v>26/12</c:v>
                  </c:pt>
                  <c:pt idx="5">
                    <c:v>27/12</c:v>
                  </c:pt>
                  <c:pt idx="6">
                    <c:v>28/12</c:v>
                  </c:pt>
                  <c:pt idx="7">
                    <c:v>29/12</c:v>
                  </c:pt>
                  <c:pt idx="8">
                    <c:v>30/12</c:v>
                  </c:pt>
                  <c:pt idx="9">
                    <c:v>31/12</c:v>
                  </c:pt>
                  <c:pt idx="10">
                    <c:v>01/01</c:v>
                  </c:pt>
                  <c:pt idx="11">
                    <c:v>02/01</c:v>
                  </c:pt>
                  <c:pt idx="12">
                    <c:v>03/01</c:v>
                  </c:pt>
                  <c:pt idx="13">
                    <c:v>04/01</c:v>
                  </c:pt>
                  <c:pt idx="14">
                    <c:v>05/01</c:v>
                  </c:pt>
                  <c:pt idx="15">
                    <c:v>06/01</c:v>
                  </c:pt>
                  <c:pt idx="16">
                    <c:v>07/01</c:v>
                  </c:pt>
                  <c:pt idx="17">
                    <c:v>08/01</c:v>
                  </c:pt>
                  <c:pt idx="18">
                    <c:v>09/01</c:v>
                  </c:pt>
                  <c:pt idx="19">
                    <c:v>10/01</c:v>
                  </c:pt>
                  <c:pt idx="20">
                    <c:v>11/01</c:v>
                  </c:pt>
                  <c:pt idx="21">
                    <c:v>12/01</c:v>
                  </c:pt>
                  <c:pt idx="22">
                    <c:v>13/01</c:v>
                  </c:pt>
                  <c:pt idx="23">
                    <c:v>14/01</c:v>
                  </c:pt>
                  <c:pt idx="24">
                    <c:v>15/01</c:v>
                  </c:pt>
                  <c:pt idx="25">
                    <c:v>16/01</c:v>
                  </c:pt>
                  <c:pt idx="26">
                    <c:v>17/01</c:v>
                  </c:pt>
                  <c:pt idx="27">
                    <c:v>18/01</c:v>
                  </c:pt>
                  <c:pt idx="28">
                    <c:v>19/01</c:v>
                  </c:pt>
                  <c:pt idx="29">
                    <c:v>20/01</c:v>
                  </c:pt>
                  <c:pt idx="30">
                    <c:v>21/01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2</c:v>
                </c:pt>
                <c:pt idx="11">
                  <c:v>1</c:v>
                </c:pt>
                <c:pt idx="12">
                  <c:v>5</c:v>
                </c:pt>
                <c:pt idx="13">
                  <c:v>2</c:v>
                </c:pt>
                <c:pt idx="14">
                  <c:v>3</c:v>
                </c:pt>
                <c:pt idx="15">
                  <c:v>0</c:v>
                </c:pt>
                <c:pt idx="16">
                  <c:v>2</c:v>
                </c:pt>
                <c:pt idx="17">
                  <c:v>0</c:v>
                </c:pt>
                <c:pt idx="18">
                  <c:v>2</c:v>
                </c:pt>
                <c:pt idx="19">
                  <c:v>0</c:v>
                </c:pt>
                <c:pt idx="20">
                  <c:v>2</c:v>
                </c:pt>
                <c:pt idx="21">
                  <c:v>1</c:v>
                </c:pt>
                <c:pt idx="22">
                  <c:v>2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2</c:v>
                </c:pt>
                <c:pt idx="29">
                  <c:v>3</c:v>
                </c:pt>
                <c:pt idx="30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Resolvidos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Escalados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Relatório de Analytics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Chatbot Zeev - Raiz Educação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21/01/2026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Estatísticas Gerais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Métrica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Valor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Total de Conversas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172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Problemas Resolvidos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126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Escalados para Formulário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46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Taxa de Resolução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73.3%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Avaliação Média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4.4 ⭐ (8 avaliações)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Resoluções por Dia (Últimos 30 Dias)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8229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Resoluções por Mês (2026)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8229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2026-01-21T18:54:58Z</dcterms:created>
  <dcterms:modified xsi:type="dcterms:W3CDTF">2026-01-21T18:54:58Z</dcterms:modified>
</cp:coreProperties>
</file>